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5358" y="2863333"/>
            <a:ext cx="15255892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Public Photography Contest With Live Voting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977245" y="1070766"/>
            <a:ext cx="832398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01343" y="4285932"/>
            <a:ext cx="6010573" cy="302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8365" indent="-464182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Flow Diagram </a:t>
            </a:r>
          </a:p>
          <a:p>
            <a:pPr algn="ctr" marL="928365" indent="-464182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 Diagram</a:t>
            </a:r>
          </a:p>
          <a:p>
            <a:pPr algn="ctr" marL="928365" indent="-464182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Dictionary </a:t>
            </a:r>
          </a:p>
          <a:p>
            <a:pPr algn="ctr" marL="928365" indent="-464182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Structural Chart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56984" y="-4206407"/>
            <a:ext cx="26801968" cy="18699815"/>
          </a:xfrm>
          <a:custGeom>
            <a:avLst/>
            <a:gdLst/>
            <a:ahLst/>
            <a:cxnLst/>
            <a:rect r="r" b="b" t="t" l="l"/>
            <a:pathLst>
              <a:path h="18699815" w="26801968">
                <a:moveTo>
                  <a:pt x="0" y="0"/>
                </a:moveTo>
                <a:lnTo>
                  <a:pt x="26801968" y="0"/>
                </a:lnTo>
                <a:lnTo>
                  <a:pt x="26801968" y="18699814"/>
                </a:lnTo>
                <a:lnTo>
                  <a:pt x="0" y="18699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18" t="0" r="-120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1211" y="616585"/>
            <a:ext cx="3196977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DFD Level 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12784" y="-2335816"/>
            <a:ext cx="27866606" cy="14958632"/>
          </a:xfrm>
          <a:custGeom>
            <a:avLst/>
            <a:gdLst/>
            <a:ahLst/>
            <a:cxnLst/>
            <a:rect r="r" b="b" t="t" l="l"/>
            <a:pathLst>
              <a:path h="14958632" w="27866606">
                <a:moveTo>
                  <a:pt x="0" y="0"/>
                </a:moveTo>
                <a:lnTo>
                  <a:pt x="27866606" y="0"/>
                </a:lnTo>
                <a:lnTo>
                  <a:pt x="27866606" y="14958632"/>
                </a:lnTo>
                <a:lnTo>
                  <a:pt x="0" y="1495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2" r="0" b="-40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164" y="616585"/>
            <a:ext cx="3104108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DFD Level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8" y="-510381"/>
            <a:ext cx="18417708" cy="10797381"/>
          </a:xfrm>
          <a:custGeom>
            <a:avLst/>
            <a:gdLst/>
            <a:ahLst/>
            <a:cxnLst/>
            <a:rect r="r" b="b" t="t" l="l"/>
            <a:pathLst>
              <a:path h="10797381" w="18417708">
                <a:moveTo>
                  <a:pt x="0" y="0"/>
                </a:moveTo>
                <a:lnTo>
                  <a:pt x="18417708" y="0"/>
                </a:lnTo>
                <a:lnTo>
                  <a:pt x="18417708" y="10797381"/>
                </a:lnTo>
                <a:lnTo>
                  <a:pt x="0" y="1079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0478" y="148639"/>
            <a:ext cx="14827045" cy="9989721"/>
          </a:xfrm>
          <a:custGeom>
            <a:avLst/>
            <a:gdLst/>
            <a:ahLst/>
            <a:cxnLst/>
            <a:rect r="r" b="b" t="t" l="l"/>
            <a:pathLst>
              <a:path h="9989721" w="14827045">
                <a:moveTo>
                  <a:pt x="0" y="0"/>
                </a:moveTo>
                <a:lnTo>
                  <a:pt x="14827044" y="0"/>
                </a:lnTo>
                <a:lnTo>
                  <a:pt x="14827044" y="9989722"/>
                </a:lnTo>
                <a:lnTo>
                  <a:pt x="0" y="998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324" y="86915"/>
            <a:ext cx="110475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996" y="264672"/>
            <a:ext cx="17003467" cy="9585705"/>
          </a:xfrm>
          <a:custGeom>
            <a:avLst/>
            <a:gdLst/>
            <a:ahLst/>
            <a:cxnLst/>
            <a:rect r="r" b="b" t="t" l="l"/>
            <a:pathLst>
              <a:path h="9585705" w="17003467">
                <a:moveTo>
                  <a:pt x="0" y="0"/>
                </a:moveTo>
                <a:lnTo>
                  <a:pt x="17003467" y="0"/>
                </a:lnTo>
                <a:lnTo>
                  <a:pt x="17003467" y="9585705"/>
                </a:lnTo>
                <a:lnTo>
                  <a:pt x="0" y="958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2377" y="190997"/>
            <a:ext cx="10523246" cy="9905006"/>
          </a:xfrm>
          <a:custGeom>
            <a:avLst/>
            <a:gdLst/>
            <a:ahLst/>
            <a:cxnLst/>
            <a:rect r="r" b="b" t="t" l="l"/>
            <a:pathLst>
              <a:path h="9905006" w="10523246">
                <a:moveTo>
                  <a:pt x="0" y="0"/>
                </a:moveTo>
                <a:lnTo>
                  <a:pt x="10523246" y="0"/>
                </a:lnTo>
                <a:lnTo>
                  <a:pt x="10523246" y="9905006"/>
                </a:lnTo>
                <a:lnTo>
                  <a:pt x="0" y="9905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1288" y="681727"/>
            <a:ext cx="15385423" cy="8923546"/>
          </a:xfrm>
          <a:custGeom>
            <a:avLst/>
            <a:gdLst/>
            <a:ahLst/>
            <a:cxnLst/>
            <a:rect r="r" b="b" t="t" l="l"/>
            <a:pathLst>
              <a:path h="8923546" w="15385423">
                <a:moveTo>
                  <a:pt x="0" y="0"/>
                </a:moveTo>
                <a:lnTo>
                  <a:pt x="15385424" y="0"/>
                </a:lnTo>
                <a:lnTo>
                  <a:pt x="15385424" y="8923546"/>
                </a:lnTo>
                <a:lnTo>
                  <a:pt x="0" y="892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2921" y="337293"/>
            <a:ext cx="16702158" cy="9332331"/>
          </a:xfrm>
          <a:custGeom>
            <a:avLst/>
            <a:gdLst/>
            <a:ahLst/>
            <a:cxnLst/>
            <a:rect r="r" b="b" t="t" l="l"/>
            <a:pathLst>
              <a:path h="9332331" w="16702158">
                <a:moveTo>
                  <a:pt x="0" y="0"/>
                </a:moveTo>
                <a:lnTo>
                  <a:pt x="16702158" y="0"/>
                </a:lnTo>
                <a:lnTo>
                  <a:pt x="16702158" y="9332331"/>
                </a:lnTo>
                <a:lnTo>
                  <a:pt x="0" y="9332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323" y="1938313"/>
            <a:ext cx="17097505" cy="6069614"/>
          </a:xfrm>
          <a:custGeom>
            <a:avLst/>
            <a:gdLst/>
            <a:ahLst/>
            <a:cxnLst/>
            <a:rect r="r" b="b" t="t" l="l"/>
            <a:pathLst>
              <a:path h="6069614" w="17097505">
                <a:moveTo>
                  <a:pt x="0" y="0"/>
                </a:moveTo>
                <a:lnTo>
                  <a:pt x="17097504" y="0"/>
                </a:lnTo>
                <a:lnTo>
                  <a:pt x="17097504" y="6069615"/>
                </a:lnTo>
                <a:lnTo>
                  <a:pt x="0" y="6069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5870" y="-331748"/>
            <a:ext cx="18553870" cy="10436552"/>
          </a:xfrm>
          <a:custGeom>
            <a:avLst/>
            <a:gdLst/>
            <a:ahLst/>
            <a:cxnLst/>
            <a:rect r="r" b="b" t="t" l="l"/>
            <a:pathLst>
              <a:path h="10436552" w="18553870">
                <a:moveTo>
                  <a:pt x="0" y="0"/>
                </a:moveTo>
                <a:lnTo>
                  <a:pt x="18553870" y="0"/>
                </a:lnTo>
                <a:lnTo>
                  <a:pt x="18553870" y="10436552"/>
                </a:lnTo>
                <a:lnTo>
                  <a:pt x="0" y="10436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9600" y="616585"/>
            <a:ext cx="4282380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Structural Chart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46729"/>
            <a:ext cx="16749605" cy="8793542"/>
          </a:xfrm>
          <a:custGeom>
            <a:avLst/>
            <a:gdLst/>
            <a:ahLst/>
            <a:cxnLst/>
            <a:rect r="r" b="b" t="t" l="l"/>
            <a:pathLst>
              <a:path h="8793542" w="16749605">
                <a:moveTo>
                  <a:pt x="0" y="0"/>
                </a:moveTo>
                <a:lnTo>
                  <a:pt x="16749605" y="0"/>
                </a:lnTo>
                <a:lnTo>
                  <a:pt x="16749605" y="8793542"/>
                </a:lnTo>
                <a:lnTo>
                  <a:pt x="0" y="87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DAGhZaE1qow</dc:identifier>
  <dcterms:modified xsi:type="dcterms:W3CDTF">2011-08-01T06:04:30Z</dcterms:modified>
  <cp:revision>1</cp:revision>
  <dc:title>Public photography Contest With Live Voting</dc:title>
</cp:coreProperties>
</file>